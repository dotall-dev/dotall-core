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2"/>
    <p:sldId id="257" r:id="rId3"/>
  </p:sldIdLst>
  <p:sldSz cx="9144000" cy="6858000"/>
</p:presentation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t>Q3 Product Review</a:t>
            </a:r>
          </a:p>
        </p:txBody>
      </p:sp>
      <p:sp>
        <p:nvSpPr>
          <p:cNvPr id="4" name="Body"/>
          <p:cNvSpPr/>
          <p:nvPr/>
        </p:nvSpPr>
        <p:spPr/>
        <p:txBody>
          <a:bodyPr/>
          <a:lstStyle/>
          <a:p>
            <a:r>
              <a:t>Highlights from the agent workflow pilot.</a:t>
            </a:r>
          </a:p>
        </p:txBody>
      </p:sp>
      <p:graphicFrame>
        <p:nvGraphicFramePr>
          <p:cNvPr id="3" name="Metrics"/>
          <p:cNvGraphicFramePr>
            <a:graphicFrameLocks noGrp="1"/>
          </p:cNvGraphicFramePr>
          <p:nvPr/>
        </p:nvGraphicFramePr>
        <p:xfrm>
          <a:off x="457200" y="2200000"/>
          <a:ext cx="8229600" cy="2743200"/>
        </p:xfrm>
        <a:graphic>
          <a:graphicData uri="http://schemas.openxmlformats.org/drawingml/2006/table">
            <a:tbl>
              <a:tblGrid>
                <a:gridCol w="4114800"/>
                <a:gridCol w="4114800"/>
              </a:tblGrid>
              <a:tr h="10000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</a:tr>
              <a:tr h="1000000">
                <a:tc>
                  <a:txBody>
                    <a:bodyPr/>
                    <a:lstStyle/>
                    <a:p>
                      <a:r>
                        <a:t>NPS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t>Ship format parity demos and collect agent feedback.</a:t>
            </a:r>
          </a:p>
        </p:txBody>
      </p:sp>
    </p:spTree>
  </p:cSld>
</p:sld>
</file>